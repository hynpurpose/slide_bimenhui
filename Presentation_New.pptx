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9" r:id="rId2"/>
    <p:sldId id="260" r:id="rId3"/>
    <p:sldId id="273" r:id="rId4"/>
    <p:sldId id="261" r:id="rId5"/>
    <p:sldId id="274" r:id="rId6"/>
    <p:sldId id="262" r:id="rId7"/>
    <p:sldId id="263" r:id="rId8"/>
    <p:sldId id="275" r:id="rId9"/>
    <p:sldId id="264" r:id="rId10"/>
    <p:sldId id="265" r:id="rId11"/>
    <p:sldId id="276" r:id="rId12"/>
    <p:sldId id="266" r:id="rId13"/>
    <p:sldId id="267" r:id="rId14"/>
    <p:sldId id="268" r:id="rId15"/>
    <p:sldId id="277" r:id="rId16"/>
    <p:sldId id="269" r:id="rId17"/>
    <p:sldId id="278" r:id="rId18"/>
    <p:sldId id="27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9" d="100"/>
          <a:sy n="219" d="100"/>
        </p:scale>
        <p:origin x="12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024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:\GEO Home\Close_Door\export-screenshots\slide-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:\GEO Home\Close_Door\export-screenshots\slide-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9EEF157-3CC9-1D2B-B245-32BE64EC1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60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:\GEO Home\Close_Door\export-screenshots\slide-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8A8405-2AFE-AADF-0D7A-27E835FAA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68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:\GEO Home\Close_Door\export-screenshots\slide-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:\GEO Home\Close_Door\export-screenshots\slide-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CF5FCCA-D9F3-83C0-5FE7-F95FD284B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565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:\GEO Home\Close_Door\export-screenshots\slide-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:\GEO Home\Close_Door\export-screenshots\slide-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766AE2A-C3CD-4898-4727-495994795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41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:\GEO Home\Close_Door\export-screenshots\slide-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:\GEO Home\Close_Door\export-screenshots\slide-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:\GEO Home\Close_Door\export-screenshots\slide-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4722970-8584-F189-ED88-60E9C0682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9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:\GEO Home\Close_Door\export-screenshots\slide-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2AEC49C-615A-63FF-95FC-2C5803D49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16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:\GEO Home\Close_Door\export-screenshots\slide-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</Words>
  <Application>Microsoft Office PowerPoint</Application>
  <PresentationFormat>全屏显示(16:9)</PresentationFormat>
  <Paragraphs>12</Paragraphs>
  <Slides>18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5</cp:revision>
  <dcterms:created xsi:type="dcterms:W3CDTF">2026-06-09T13:56:54Z</dcterms:created>
  <dcterms:modified xsi:type="dcterms:W3CDTF">2026-06-09T14:01:20Z</dcterms:modified>
</cp:coreProperties>
</file>